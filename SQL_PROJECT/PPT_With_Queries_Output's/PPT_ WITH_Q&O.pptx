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9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09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2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9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00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2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6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6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023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672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3960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41131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6944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267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097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132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97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E6C4-C729-7704-D488-9A9A7FBC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SQL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059BC-DC3C-B5D8-6890-6FFF5EFB8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208246" cy="3807460"/>
          </a:xfrm>
        </p:spPr>
        <p:txBody>
          <a:bodyPr>
            <a:normAutofit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K C Kiran Sai Chandan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 Analyst Trainee</a:t>
            </a:r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Besant technologies BTM </a:t>
            </a:r>
            <a:r>
              <a:rPr lang="en-IN" sz="1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Layout,Bangolore</a:t>
            </a:r>
            <a:r>
              <a:rPr lang="en-IN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sz="1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Trainee Name: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Mr.Kavibharathi</a:t>
            </a: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208360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14C5CE-B53F-93FD-3123-4AB05FCD89D5}"/>
              </a:ext>
            </a:extLst>
          </p:cNvPr>
          <p:cNvSpPr txBox="1"/>
          <p:nvPr/>
        </p:nvSpPr>
        <p:spPr>
          <a:xfrm>
            <a:off x="638175" y="69163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Querry to display all details of super store.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93B49-E393-A4AA-E2FE-45A1BBA3F2F2}"/>
              </a:ext>
            </a:extLst>
          </p:cNvPr>
          <p:cNvSpPr txBox="1"/>
          <p:nvPr/>
        </p:nvSpPr>
        <p:spPr>
          <a:xfrm>
            <a:off x="1000125" y="1234558"/>
            <a:ext cx="47815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7FEDE2-BC4C-37DE-C9DE-77E1A1404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6" y="2392842"/>
            <a:ext cx="8886824" cy="346296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05587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EB451-5C90-C208-B34C-65523D53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A3F8F-6647-E659-E5E2-702B5441950A}"/>
              </a:ext>
            </a:extLst>
          </p:cNvPr>
          <p:cNvSpPr txBox="1"/>
          <p:nvPr/>
        </p:nvSpPr>
        <p:spPr>
          <a:xfrm>
            <a:off x="704849" y="724585"/>
            <a:ext cx="80830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Query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country and states with it's sales and profit.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DD68C-7571-48EB-8C80-46BAD9A55D29}"/>
              </a:ext>
            </a:extLst>
          </p:cNvPr>
          <p:cNvSpPr txBox="1"/>
          <p:nvPr/>
        </p:nvSpPr>
        <p:spPr>
          <a:xfrm>
            <a:off x="885825" y="132028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country,state,sales,profit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DEE9B-7E08-61D7-FD9A-60A78553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" r="1" b="4489"/>
          <a:stretch>
            <a:fillRect/>
          </a:stretch>
        </p:blipFill>
        <p:spPr>
          <a:xfrm>
            <a:off x="5724525" y="2089725"/>
            <a:ext cx="4705648" cy="37395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50436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DC36B-33E0-1A28-E312-B8F2DF36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676F17-7C14-3FFB-EA44-1F8090E237B3}"/>
              </a:ext>
            </a:extLst>
          </p:cNvPr>
          <p:cNvSpPr txBox="1"/>
          <p:nvPr/>
        </p:nvSpPr>
        <p:spPr>
          <a:xfrm>
            <a:off x="522511" y="576942"/>
            <a:ext cx="101200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city name, Postal Code, sales, profit where sales are greater than 100.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A4F4E-F071-9AC6-8AFD-71B5F4F59896}"/>
              </a:ext>
            </a:extLst>
          </p:cNvPr>
          <p:cNvSpPr txBox="1"/>
          <p:nvPr/>
        </p:nvSpPr>
        <p:spPr>
          <a:xfrm>
            <a:off x="762457" y="1346383"/>
            <a:ext cx="57694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city,sales,profit,`Postal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Code`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sales &gt; 100;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DD0F8-3C7D-8ACE-5802-E666B3DC8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2"/>
          <a:stretch>
            <a:fillRect/>
          </a:stretch>
        </p:blipFill>
        <p:spPr>
          <a:xfrm>
            <a:off x="6096000" y="2144485"/>
            <a:ext cx="4706007" cy="406377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55669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1F93-4015-B196-3899-8804C2D10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51851F-B99E-A5F9-C564-127FF71B128E}"/>
              </a:ext>
            </a:extLst>
          </p:cNvPr>
          <p:cNvSpPr txBox="1"/>
          <p:nvPr/>
        </p:nvSpPr>
        <p:spPr>
          <a:xfrm>
            <a:off x="533400" y="58822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ship mode in west region.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08BB1-BFF8-7615-81EE-72E2CB13C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3"/>
          <a:stretch>
            <a:fillRect/>
          </a:stretch>
        </p:blipFill>
        <p:spPr>
          <a:xfrm>
            <a:off x="6629400" y="2051555"/>
            <a:ext cx="2192611" cy="396611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85E10A-8FE2-F503-08E0-0F49399C92C4}"/>
              </a:ext>
            </a:extLst>
          </p:cNvPr>
          <p:cNvSpPr txBox="1"/>
          <p:nvPr/>
        </p:nvSpPr>
        <p:spPr>
          <a:xfrm>
            <a:off x="789214" y="1091978"/>
            <a:ext cx="61504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`ship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mode`,region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region='west';</a:t>
            </a:r>
          </a:p>
        </p:txBody>
      </p:sp>
    </p:spTree>
    <p:extLst>
      <p:ext uri="{BB962C8B-B14F-4D97-AF65-F5344CB8AC3E}">
        <p14:creationId xmlns:p14="http://schemas.microsoft.com/office/powerpoint/2010/main" val="419145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67DD2-889D-F0F5-18A9-D319C921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656E1A-5AE2-1964-DF14-A13DEA3322E4}"/>
              </a:ext>
            </a:extLst>
          </p:cNvPr>
          <p:cNvSpPr txBox="1"/>
          <p:nvPr/>
        </p:nvSpPr>
        <p:spPr>
          <a:xfrm>
            <a:off x="584734" y="567172"/>
            <a:ext cx="102148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Country and City of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Segemnt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single output console.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88E4B-EE3A-A26D-9072-EBA9D859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72"/>
          <a:stretch>
            <a:fillRect/>
          </a:stretch>
        </p:blipFill>
        <p:spPr>
          <a:xfrm>
            <a:off x="7103445" y="1809326"/>
            <a:ext cx="2646947" cy="402358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788F0B-DD4A-CD3B-D41A-DD9D6BA0A37B}"/>
              </a:ext>
            </a:extLst>
          </p:cNvPr>
          <p:cNvSpPr txBox="1"/>
          <p:nvPr/>
        </p:nvSpPr>
        <p:spPr>
          <a:xfrm>
            <a:off x="844617" y="1039885"/>
            <a:ext cx="6097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country,city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'country(state)’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superstore;</a:t>
            </a:r>
          </a:p>
        </p:txBody>
      </p:sp>
    </p:spTree>
    <p:extLst>
      <p:ext uri="{BB962C8B-B14F-4D97-AF65-F5344CB8AC3E}">
        <p14:creationId xmlns:p14="http://schemas.microsoft.com/office/powerpoint/2010/main" val="53079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4A11-D29F-1217-D10E-9D1622E5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E441FC-56E3-FDF9-635F-27CB3404FC53}"/>
              </a:ext>
            </a:extLst>
          </p:cNvPr>
          <p:cNvSpPr txBox="1"/>
          <p:nvPr/>
        </p:nvSpPr>
        <p:spPr>
          <a:xfrm>
            <a:off x="546233" y="538295"/>
            <a:ext cx="99838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 of sales are more than 100 and quantity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lessthan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8335E-FD5F-B81C-CDF6-1F1E1C08E630}"/>
              </a:ext>
            </a:extLst>
          </p:cNvPr>
          <p:cNvSpPr txBox="1"/>
          <p:nvPr/>
        </p:nvSpPr>
        <p:spPr>
          <a:xfrm>
            <a:off x="960119" y="969182"/>
            <a:ext cx="38910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region, sales, quantity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sales&gt;100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quantity&lt;5;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0B228D-A493-7C5B-607A-B2C774CEC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557" y="1692457"/>
            <a:ext cx="2981741" cy="428684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73508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BDC2-270C-FA75-9105-220A6B24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E28C5-0B26-BBF4-6FC7-9C8CBCD03B0A}"/>
              </a:ext>
            </a:extLst>
          </p:cNvPr>
          <p:cNvSpPr txBox="1"/>
          <p:nvPr/>
        </p:nvSpPr>
        <p:spPr>
          <a:xfrm>
            <a:off x="729342" y="710977"/>
            <a:ext cx="101781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ship mode where segment was consumer in city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henderson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fort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lauderdale,los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angeles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Richardson.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A52A2-E18A-7F81-707B-48127D067D6A}"/>
              </a:ext>
            </a:extLst>
          </p:cNvPr>
          <p:cNvSpPr txBox="1"/>
          <p:nvPr/>
        </p:nvSpPr>
        <p:spPr>
          <a:xfrm>
            <a:off x="936171" y="1982450"/>
            <a:ext cx="72281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`ship mode`,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segment,city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segment IN ('consumer') AND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IN ('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henderson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','fort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lauderdale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angeles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richardson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DC586B-0FD7-A8AE-084A-4544DB139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914" y="1650596"/>
            <a:ext cx="2960915" cy="449642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707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A40A-F003-9316-7909-F8EF991C3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BA23C-6E0A-5D93-04B0-45541D293D79}"/>
              </a:ext>
            </a:extLst>
          </p:cNvPr>
          <p:cNvSpPr txBox="1"/>
          <p:nvPr/>
        </p:nvSpPr>
        <p:spPr>
          <a:xfrm>
            <a:off x="598716" y="550707"/>
            <a:ext cx="98189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Details of store where profit Between 10 to 100 and quantity was not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betweeen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to 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B3745-FEA4-9736-447D-22942E49A4EB}"/>
              </a:ext>
            </a:extLst>
          </p:cNvPr>
          <p:cNvSpPr txBox="1"/>
          <p:nvPr/>
        </p:nvSpPr>
        <p:spPr>
          <a:xfrm>
            <a:off x="707571" y="1320148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profit BETWEEN  ‘10’  AND  ‘100’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quantity NOT BETWEEN ‘0’  AND ‘5’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34D97A-DF72-B63F-1E33-301574FFD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29" y="2615821"/>
            <a:ext cx="9448800" cy="358029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2781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15CF-BF16-8417-5938-671506B0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F070C5-0ADE-A551-CF32-2C7C7B9840C8}"/>
              </a:ext>
            </a:extLst>
          </p:cNvPr>
          <p:cNvSpPr txBox="1"/>
          <p:nvPr/>
        </p:nvSpPr>
        <p:spPr>
          <a:xfrm>
            <a:off x="500741" y="623891"/>
            <a:ext cx="9503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city name starts with “l” and category was ends with “s”.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99870-7BD5-318F-6457-1056B4AAF224}"/>
              </a:ext>
            </a:extLst>
          </p:cNvPr>
          <p:cNvSpPr txBox="1"/>
          <p:nvPr/>
        </p:nvSpPr>
        <p:spPr>
          <a:xfrm>
            <a:off x="827314" y="1198678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city,category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city  LIKE ‘l%’ AND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LIKE ‘%s’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36115E-402B-2EB9-6238-0CF9DE5D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230" y="1597559"/>
            <a:ext cx="2800741" cy="427732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8273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0D462-3068-3F0A-913B-E9DBFBB0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6D0E2E-672A-2235-A2FB-1891FBF7BB9D}"/>
              </a:ext>
            </a:extLst>
          </p:cNvPr>
          <p:cNvSpPr txBox="1"/>
          <p:nvPr/>
        </p:nvSpPr>
        <p:spPr>
          <a:xfrm>
            <a:off x="631370" y="580349"/>
            <a:ext cx="107115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Maximum and Minimum sales and sum of profit 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D14BD-8483-5CF8-EBD1-5B86FBA8307D}"/>
              </a:ext>
            </a:extLst>
          </p:cNvPr>
          <p:cNvSpPr txBox="1"/>
          <p:nvPr/>
        </p:nvSpPr>
        <p:spPr>
          <a:xfrm>
            <a:off x="1034142" y="1149421"/>
            <a:ext cx="726077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MAX(sales) AS  ‘MAXIMUM SALES’,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MIN(sales) AS ‘MINIMUM SALES’,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SUM(profit) AS ‘TOTAL PROFIT’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04016-AC97-945A-E738-772D5E9D0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240" y="3312115"/>
            <a:ext cx="5020376" cy="97168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6280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8C1E-F005-2512-F187-842FA5A16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EDF255-2513-C5E0-15B8-46417CAD4A1B}"/>
              </a:ext>
            </a:extLst>
          </p:cNvPr>
          <p:cNvSpPr txBox="1"/>
          <p:nvPr/>
        </p:nvSpPr>
        <p:spPr>
          <a:xfrm>
            <a:off x="674913" y="525921"/>
            <a:ext cx="70866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average of profit and count of sales.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8FFF1-3805-0F79-BAEC-6C28AC9D0FAE}"/>
              </a:ext>
            </a:extLst>
          </p:cNvPr>
          <p:cNvSpPr txBox="1"/>
          <p:nvPr/>
        </p:nvSpPr>
        <p:spPr>
          <a:xfrm>
            <a:off x="1170213" y="1132505"/>
            <a:ext cx="30861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AVG(profit),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COUNT(sales)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C3E7A1-B763-D0DF-3E83-A51AB6550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705" y="3071762"/>
            <a:ext cx="3448531" cy="7144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27369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DD1B-8E3B-5D74-2F9A-17F19877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E80A2-83BC-DE5D-A11A-9FE22628BA0D}"/>
              </a:ext>
            </a:extLst>
          </p:cNvPr>
          <p:cNvSpPr txBox="1"/>
          <p:nvPr/>
        </p:nvSpPr>
        <p:spPr>
          <a:xfrm>
            <a:off x="631370" y="580349"/>
            <a:ext cx="95794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 of category and sub category with total profit.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45619-70F3-BD3D-C336-8ADB8A1A8460}"/>
              </a:ext>
            </a:extLst>
          </p:cNvPr>
          <p:cNvSpPr txBox="1"/>
          <p:nvPr/>
        </p:nvSpPr>
        <p:spPr>
          <a:xfrm>
            <a:off x="1034142" y="1228635"/>
            <a:ext cx="93290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COUNT(CATEGORY)  AS  ‘TOTAL CATEGORIES’,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COUNT(`sub-category`)  AS  ‘TOTAL CATEGORIES’,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SUM(profit)  AS ‘TOTAL PROFIT’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8F1BFF-729F-8A82-4CB3-E7ABD7C1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698" y="3429000"/>
            <a:ext cx="5515745" cy="93358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49887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D086-28FE-CB32-BB6A-486A2AC8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BCDF9D-CADA-46B2-9E7D-66B122E2C78F}"/>
              </a:ext>
            </a:extLst>
          </p:cNvPr>
          <p:cNvSpPr txBox="1"/>
          <p:nvPr/>
        </p:nvSpPr>
        <p:spPr>
          <a:xfrm>
            <a:off x="685801" y="68619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Profit In Each Region.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8327D-F8F0-5140-1FD9-43EEBD810EEF}"/>
              </a:ext>
            </a:extLst>
          </p:cNvPr>
          <p:cNvSpPr txBox="1"/>
          <p:nvPr/>
        </p:nvSpPr>
        <p:spPr>
          <a:xfrm>
            <a:off x="1066799" y="1301821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SUM(profit) as ‘total profit by region’,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Profit &gt; 150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region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26F2E-EA26-26D0-D38D-DC23FF05B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875" y="2933115"/>
            <a:ext cx="2886478" cy="152421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61404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146F-83DE-4ACD-6934-8CE7F5C2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EF0684-ED45-B01D-85BE-2D69E068EF84}"/>
              </a:ext>
            </a:extLst>
          </p:cNvPr>
          <p:cNvSpPr txBox="1"/>
          <p:nvPr/>
        </p:nvSpPr>
        <p:spPr>
          <a:xfrm>
            <a:off x="631371" y="613006"/>
            <a:ext cx="9067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category of profit in office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supplies,furniture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D2A6F-2035-B673-F1C6-4C151B0B9ADA}"/>
              </a:ext>
            </a:extLst>
          </p:cNvPr>
          <p:cNvSpPr txBox="1"/>
          <p:nvPr/>
        </p:nvSpPr>
        <p:spPr>
          <a:xfrm>
            <a:off x="1121227" y="1305342"/>
            <a:ext cx="91440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category, profit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profit in          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(SELECT profit  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FROM superstore 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WHERE category in ('office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','furniture’));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863D88-56D1-DC1F-902C-183C60D37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7967" y="1769311"/>
            <a:ext cx="2762636" cy="427732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83888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DA178-3C32-0259-22F8-9287E4F5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D5CF39-5BB2-F3C6-05D9-564D19C75C7F}"/>
              </a:ext>
            </a:extLst>
          </p:cNvPr>
          <p:cNvSpPr txBox="1"/>
          <p:nvPr/>
        </p:nvSpPr>
        <p:spPr>
          <a:xfrm>
            <a:off x="533399" y="577333"/>
            <a:ext cx="70539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segment of state in south region.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F4BCC-85E4-A17B-EF5C-57E5F390B28F}"/>
              </a:ext>
            </a:extLst>
          </p:cNvPr>
          <p:cNvSpPr txBox="1"/>
          <p:nvPr/>
        </p:nvSpPr>
        <p:spPr>
          <a:xfrm>
            <a:off x="1012370" y="1214735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segment,city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segment in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(SELECT segment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WHERE region = ‘south’)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73121D-ABF0-2CE7-32B6-50175213F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342" y="1742101"/>
            <a:ext cx="2724530" cy="420111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45113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B176-D44C-5F92-3BFB-6A94EC22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41EBBC-C8D6-1CDE-2285-BA2AE7B36265}"/>
              </a:ext>
            </a:extLst>
          </p:cNvPr>
          <p:cNvSpPr txBox="1"/>
          <p:nvPr/>
        </p:nvSpPr>
        <p:spPr>
          <a:xfrm>
            <a:off x="587828" y="653533"/>
            <a:ext cx="78377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16. Querry to </a:t>
            </a:r>
            <a:r>
              <a:rPr lang="en-IN" sz="2200" b="1" dirty="0" err="1">
                <a:solidFill>
                  <a:srgbClr val="FF0000"/>
                </a:solidFill>
              </a:rPr>
              <a:t>Dispaly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b="1" dirty="0" err="1">
                <a:solidFill>
                  <a:srgbClr val="FF0000"/>
                </a:solidFill>
              </a:rPr>
              <a:t>Avarage</a:t>
            </a:r>
            <a:r>
              <a:rPr lang="en-IN" sz="2200" b="1" dirty="0">
                <a:solidFill>
                  <a:srgbClr val="FF0000"/>
                </a:solidFill>
              </a:rPr>
              <a:t> sales by country.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32B43-130D-1A27-B7DC-00FB59C69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131" y="2948616"/>
            <a:ext cx="3315163" cy="74305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161908-9850-E8E4-2FCE-EC4F7B5EF6B9}"/>
              </a:ext>
            </a:extLst>
          </p:cNvPr>
          <p:cNvSpPr txBox="1"/>
          <p:nvPr/>
        </p:nvSpPr>
        <p:spPr>
          <a:xfrm>
            <a:off x="1034143" y="1255263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country,AVG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(sales)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country ;</a:t>
            </a:r>
          </a:p>
        </p:txBody>
      </p:sp>
    </p:spTree>
    <p:extLst>
      <p:ext uri="{BB962C8B-B14F-4D97-AF65-F5344CB8AC3E}">
        <p14:creationId xmlns:p14="http://schemas.microsoft.com/office/powerpoint/2010/main" val="2731741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34874-41DB-6E2B-C998-8D8AD74AE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C22EC-1234-D9A6-4BFD-AC7740DE0C4D}"/>
              </a:ext>
            </a:extLst>
          </p:cNvPr>
          <p:cNvSpPr txBox="1"/>
          <p:nvPr/>
        </p:nvSpPr>
        <p:spPr>
          <a:xfrm>
            <a:off x="576943" y="620876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profit percentage by region.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55001-74BD-CD77-4F19-332F66FF6104}"/>
              </a:ext>
            </a:extLst>
          </p:cNvPr>
          <p:cNvSpPr txBox="1"/>
          <p:nvPr/>
        </p:nvSpPr>
        <p:spPr>
          <a:xfrm>
            <a:off x="914399" y="1179063"/>
            <a:ext cx="81751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region,(sum(profit)/sum(sales)*100)  as  ‘profit percentage’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region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F308B-2990-68AD-E3D7-82F1210BF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288" y="3247241"/>
            <a:ext cx="3000794" cy="149563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0580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0128-E2DB-1C8D-5CA5-3511695A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DA1FA1-75E1-3015-9E78-2928EA94B525}"/>
              </a:ext>
            </a:extLst>
          </p:cNvPr>
          <p:cNvSpPr txBox="1"/>
          <p:nvPr/>
        </p:nvSpPr>
        <p:spPr>
          <a:xfrm>
            <a:off x="576943" y="602121"/>
            <a:ext cx="77832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sales more than 100 based on category.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04826-4F16-01DF-F782-C6342AE57228}"/>
              </a:ext>
            </a:extLst>
          </p:cNvPr>
          <p:cNvSpPr txBox="1"/>
          <p:nvPr/>
        </p:nvSpPr>
        <p:spPr>
          <a:xfrm>
            <a:off x="1012371" y="1135520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category,SUM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(sales) as 'total sales’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category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6909E2-FAC4-382E-9171-6801B1DAB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91" y="3076494"/>
            <a:ext cx="3448531" cy="116221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67338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84ED-19AB-D50E-35E1-52579C62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F96170-CAB4-5837-866B-B6BBC84F90A7}"/>
              </a:ext>
            </a:extLst>
          </p:cNvPr>
          <p:cNvSpPr txBox="1"/>
          <p:nvPr/>
        </p:nvSpPr>
        <p:spPr>
          <a:xfrm>
            <a:off x="582385" y="536806"/>
            <a:ext cx="103305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average profit more than 5000 bases on sub category.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4EBA8-0FA0-7BF1-ADBD-4B56DF7CA734}"/>
              </a:ext>
            </a:extLst>
          </p:cNvPr>
          <p:cNvSpPr txBox="1"/>
          <p:nvPr/>
        </p:nvSpPr>
        <p:spPr>
          <a:xfrm>
            <a:off x="957943" y="1116763"/>
            <a:ext cx="50618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`sub-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category`,SUM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(profit)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`sub-category`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(sum(profit) &gt; 5000)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4E8CB-CAE9-DC8B-6AF7-8E6075E56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407" y="2290529"/>
            <a:ext cx="3400900" cy="334374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47378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03016-D5ED-BA46-D74F-80B7AFF2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D9B3CC-1068-5F5F-9A6D-F48364227B43}"/>
              </a:ext>
            </a:extLst>
          </p:cNvPr>
          <p:cNvSpPr txBox="1"/>
          <p:nvPr/>
        </p:nvSpPr>
        <p:spPr>
          <a:xfrm>
            <a:off x="620485" y="555562"/>
            <a:ext cx="76526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20.Querry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quantity based on region where.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9E0CC-27C8-BCD4-E5D6-027EBD07DCC5}"/>
              </a:ext>
            </a:extLst>
          </p:cNvPr>
          <p:cNvSpPr txBox="1"/>
          <p:nvPr/>
        </p:nvSpPr>
        <p:spPr>
          <a:xfrm>
            <a:off x="1001486" y="1113749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region,SUM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(quantity)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region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C61DE2-74D6-61A3-FE9D-43FB21393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75" y="3173770"/>
            <a:ext cx="2457793" cy="138131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74951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8F5D-7A93-EAF2-7488-15A9CFDC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045973-869D-F4BE-C502-BD72541C0836}"/>
              </a:ext>
            </a:extLst>
          </p:cNvPr>
          <p:cNvSpPr txBox="1"/>
          <p:nvPr/>
        </p:nvSpPr>
        <p:spPr>
          <a:xfrm>
            <a:off x="609600" y="577334"/>
            <a:ext cx="73043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states with it's average sales.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FF931-CA7F-463F-A016-B8242D10D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8" y="1597183"/>
            <a:ext cx="3439005" cy="422969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0E5827-C0D5-CFF6-EE28-260099EDF8A9}"/>
              </a:ext>
            </a:extLst>
          </p:cNvPr>
          <p:cNvSpPr txBox="1"/>
          <p:nvPr/>
        </p:nvSpPr>
        <p:spPr>
          <a:xfrm>
            <a:off x="1034143" y="1125024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state,avg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(sales)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state ;</a:t>
            </a:r>
          </a:p>
        </p:txBody>
      </p:sp>
    </p:spTree>
    <p:extLst>
      <p:ext uri="{BB962C8B-B14F-4D97-AF65-F5344CB8AC3E}">
        <p14:creationId xmlns:p14="http://schemas.microsoft.com/office/powerpoint/2010/main" val="168742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B4880-FFDD-1922-73DC-8FAD6C80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07164C-5900-99FD-3BE4-D0562901ACA3}"/>
              </a:ext>
            </a:extLst>
          </p:cNvPr>
          <p:cNvSpPr txBox="1"/>
          <p:nvPr/>
        </p:nvSpPr>
        <p:spPr>
          <a:xfrm>
            <a:off x="598714" y="577334"/>
            <a:ext cx="67709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 Querry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Dispaly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country with its average profit.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2176A-5515-CB49-48BC-D2321362B99B}"/>
              </a:ext>
            </a:extLst>
          </p:cNvPr>
          <p:cNvSpPr txBox="1"/>
          <p:nvPr/>
        </p:nvSpPr>
        <p:spPr>
          <a:xfrm>
            <a:off x="914399" y="1157292"/>
            <a:ext cx="38862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country,AVG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(profit)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 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country 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EC0984-4F70-B4BB-B810-F3EE8DC19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285" y="3199672"/>
            <a:ext cx="3458058" cy="67636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42546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90A31-709F-E326-2A8D-2D1CFAAC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EAB8E0-D07C-5C77-DB70-9F105264CD67}"/>
              </a:ext>
            </a:extLst>
          </p:cNvPr>
          <p:cNvSpPr txBox="1"/>
          <p:nvPr/>
        </p:nvSpPr>
        <p:spPr>
          <a:xfrm>
            <a:off x="598714" y="634778"/>
            <a:ext cx="99168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23.Query to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dipalay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details sum of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sales,quantity,profit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different regions.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82A6E-88A6-C31E-46F0-963774ECB69F}"/>
              </a:ext>
            </a:extLst>
          </p:cNvPr>
          <p:cNvSpPr txBox="1"/>
          <p:nvPr/>
        </p:nvSpPr>
        <p:spPr>
          <a:xfrm>
            <a:off x="957943" y="1236506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Region,SUM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(sales) as 'Total Sales’,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SUM(quantity) as 'Total Quantity’,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SUM(profit) as 'Total Profit’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Region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C87532-E9C9-6773-AEA0-8D817A448C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27"/>
          <a:stretch>
            <a:fillRect/>
          </a:stretch>
        </p:blipFill>
        <p:spPr>
          <a:xfrm>
            <a:off x="4590223" y="3429000"/>
            <a:ext cx="5925377" cy="158931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26560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B5ED-68E7-798B-B5B4-4448D483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05B6F-D484-81E4-3796-DACCFFD7B22F}"/>
              </a:ext>
            </a:extLst>
          </p:cNvPr>
          <p:cNvSpPr txBox="1"/>
          <p:nvPr/>
        </p:nvSpPr>
        <p:spPr>
          <a:xfrm>
            <a:off x="707571" y="700092"/>
            <a:ext cx="89807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 Query to display sum of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sales,quantity,profit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one year in different                                              categories.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552C4-8F72-9529-1CF5-9E2750FCAF68}"/>
              </a:ext>
            </a:extLst>
          </p:cNvPr>
          <p:cNvSpPr txBox="1"/>
          <p:nvPr/>
        </p:nvSpPr>
        <p:spPr>
          <a:xfrm>
            <a:off x="838199" y="1740264"/>
            <a:ext cx="775063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category,(SUM(SALES)*12)  AS ‘ANNUAL SALES’,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(SUM(QUANTITY)*12)  AS  ‘ANNUAL QUANTITY’,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(SUM(PROFIT)*12) AS ‘ANNUAL PROFIT’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Category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555FE-6D70-56AD-7F7B-FC45EA05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954" y="3907875"/>
            <a:ext cx="6830378" cy="137179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55681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A9EC-4933-05B1-D78D-F317EC75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93B181-19D7-F86B-E4D5-D80B61976F17}"/>
              </a:ext>
            </a:extLst>
          </p:cNvPr>
          <p:cNvSpPr txBox="1"/>
          <p:nvPr/>
        </p:nvSpPr>
        <p:spPr>
          <a:xfrm>
            <a:off x="870857" y="1171192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city,SUM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(sales) as ‘TOTAL SALES’,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SUM(quantity) AS ‘TOTAL QUANTITY’,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SUM(profit) AS ‘TOTAL PROFIT’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superstore</a:t>
            </a: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city 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3936E-3A5B-ABD8-F27B-05B741C21477}"/>
              </a:ext>
            </a:extLst>
          </p:cNvPr>
          <p:cNvSpPr txBox="1"/>
          <p:nvPr/>
        </p:nvSpPr>
        <p:spPr>
          <a:xfrm>
            <a:off x="555171" y="599105"/>
            <a:ext cx="72607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25.Query to display city with total </a:t>
            </a:r>
            <a:r>
              <a:rPr lang="en-IN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sales,quntity,profit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B3DADF-2CF1-8847-1328-488FB12D1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261" y="2525485"/>
            <a:ext cx="6391682" cy="324394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37471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119</TotalTime>
  <Words>928</Words>
  <Application>Microsoft Office PowerPoint</Application>
  <PresentationFormat>Widescreen</PresentationFormat>
  <Paragraphs>125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Century Gothic</vt:lpstr>
      <vt:lpstr>Times New Roman</vt:lpstr>
      <vt:lpstr>Wingdings 3</vt:lpstr>
      <vt:lpstr>Ion Boardroom</vt:lpstr>
      <vt:lpstr>SQL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Sai</dc:creator>
  <cp:lastModifiedBy>k c Kiran Sai</cp:lastModifiedBy>
  <cp:revision>13</cp:revision>
  <dcterms:created xsi:type="dcterms:W3CDTF">2025-11-09T07:00:59Z</dcterms:created>
  <dcterms:modified xsi:type="dcterms:W3CDTF">2026-03-06T10:04:11Z</dcterms:modified>
</cp:coreProperties>
</file>